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59" r:id="rId6"/>
    <p:sldId id="260" r:id="rId7"/>
    <p:sldId id="261" r:id="rId8"/>
    <p:sldId id="262" r:id="rId9"/>
    <p:sldId id="265"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579120" y="6556641"/>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100"/>
            </a:pPr>
            <a:endParaRPr lang="en-US" dirty="0"/>
          </a:p>
        </p:txBody>
      </p:sp>
      <p:sp>
        <p:nvSpPr>
          <p:cNvPr id="5" name="TextBox 4">
            <a:extLst>
              <a:ext uri="{FF2B5EF4-FFF2-40B4-BE49-F238E27FC236}">
                <a16:creationId xmlns:a16="http://schemas.microsoft.com/office/drawing/2014/main" id="{2E4B3EC1-EAC7-6FD3-9FDC-22F04EFCCBB0}"/>
              </a:ext>
            </a:extLst>
          </p:cNvPr>
          <p:cNvSpPr txBox="1"/>
          <p:nvPr/>
        </p:nvSpPr>
        <p:spPr>
          <a:xfrm>
            <a:off x="98323" y="2116976"/>
            <a:ext cx="12663948" cy="3631763"/>
          </a:xfrm>
          <a:prstGeom prst="rect">
            <a:avLst/>
          </a:prstGeom>
          <a:noFill/>
        </p:spPr>
        <p:txBody>
          <a:bodyPr wrap="square" rtlCol="0">
            <a:spAutoFit/>
          </a:bodyPr>
          <a:lstStyle/>
          <a:p>
            <a:pPr>
              <a:defRPr sz="2100"/>
            </a:pPr>
            <a:r>
              <a:rPr lang="en-US" sz="4400" dirty="0"/>
              <a:t>T.Thoyajakshi(25MVCSDR0353)-Team Leader</a:t>
            </a:r>
          </a:p>
          <a:p>
            <a:pPr>
              <a:defRPr sz="2100"/>
            </a:pPr>
            <a:r>
              <a:rPr lang="en-US" sz="4400" dirty="0"/>
              <a:t>Sony Das(25MVCSDR0347)-Team Member</a:t>
            </a:r>
          </a:p>
          <a:p>
            <a:pPr>
              <a:defRPr sz="2100"/>
            </a:pPr>
            <a:r>
              <a:rPr lang="en-US" sz="4400" dirty="0" err="1"/>
              <a:t>M.Shivani</a:t>
            </a:r>
            <a:r>
              <a:rPr lang="en-US" sz="4400" dirty="0"/>
              <a:t>(25MVCSDR0319)-Team Member</a:t>
            </a:r>
          </a:p>
          <a:p>
            <a:pPr>
              <a:defRPr sz="2100"/>
            </a:pPr>
            <a:r>
              <a:rPr lang="en-US" sz="4400" dirty="0" err="1"/>
              <a:t>A.Charan</a:t>
            </a:r>
            <a:r>
              <a:rPr lang="en-US" sz="4400" dirty="0"/>
              <a:t> </a:t>
            </a:r>
            <a:r>
              <a:rPr lang="en-US" sz="4400" dirty="0" err="1"/>
              <a:t>tej</a:t>
            </a:r>
            <a:r>
              <a:rPr lang="en-US" sz="4400" dirty="0"/>
              <a:t>(25MVCSDR0273)-Team Member</a:t>
            </a:r>
          </a:p>
          <a:p>
            <a:endParaRPr lang="en-US" sz="5400" dirty="0"/>
          </a:p>
        </p:txBody>
      </p:sp>
      <p:sp>
        <p:nvSpPr>
          <p:cNvPr id="7" name="TextBox 6">
            <a:extLst>
              <a:ext uri="{FF2B5EF4-FFF2-40B4-BE49-F238E27FC236}">
                <a16:creationId xmlns:a16="http://schemas.microsoft.com/office/drawing/2014/main" id="{6C9B20A6-0896-FC4D-DD78-79D1013D8E16}"/>
              </a:ext>
            </a:extLst>
          </p:cNvPr>
          <p:cNvSpPr txBox="1"/>
          <p:nvPr/>
        </p:nvSpPr>
        <p:spPr>
          <a:xfrm>
            <a:off x="1671483" y="648532"/>
            <a:ext cx="7678993" cy="1400383"/>
          </a:xfrm>
          <a:prstGeom prst="rect">
            <a:avLst/>
          </a:prstGeom>
          <a:noFill/>
        </p:spPr>
        <p:txBody>
          <a:bodyPr wrap="square">
            <a:spAutoFit/>
          </a:bodyPr>
          <a:lstStyle/>
          <a:p>
            <a:r>
              <a:rPr lang="en-US" sz="8500" dirty="0"/>
              <a:t>Team-8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35DD10-A5B3-701E-714D-F737B43B5B48}"/>
              </a:ext>
            </a:extLst>
          </p:cNvPr>
          <p:cNvSpPr txBox="1"/>
          <p:nvPr/>
        </p:nvSpPr>
        <p:spPr>
          <a:xfrm>
            <a:off x="475488" y="2339808"/>
            <a:ext cx="10533888" cy="4031873"/>
          </a:xfrm>
          <a:prstGeom prst="rect">
            <a:avLst/>
          </a:prstGeom>
          <a:noFill/>
        </p:spPr>
        <p:txBody>
          <a:bodyPr wrap="square">
            <a:spAutoFit/>
          </a:bodyPr>
          <a:lstStyle/>
          <a:p>
            <a:pPr>
              <a:buNone/>
            </a:pPr>
            <a:r>
              <a:rPr lang="en-US" sz="3200" dirty="0"/>
              <a:t>Good morning respected judges, faculty members, and my dear friends.</a:t>
            </a:r>
          </a:p>
          <a:p>
            <a:pPr>
              <a:buNone/>
            </a:pPr>
            <a:r>
              <a:rPr lang="en-US" sz="3200" dirty="0"/>
              <a:t>Our project title is </a:t>
            </a:r>
            <a:r>
              <a:rPr lang="en-US" sz="3200" b="1" dirty="0"/>
              <a:t>Vehicle Service Booking</a:t>
            </a:r>
            <a:r>
              <a:rPr lang="en-US" sz="3200" dirty="0"/>
              <a:t>.</a:t>
            </a:r>
          </a:p>
          <a:p>
            <a:pPr>
              <a:buNone/>
            </a:pPr>
            <a:r>
              <a:rPr lang="en-US" sz="3200" dirty="0"/>
              <a:t>The main aim of our project is to make vehicle servicing easier, faster, and more convenient. Through our platform, customers can find service centers, choose the service they need, book an appointment, and check their booking status.</a:t>
            </a:r>
          </a:p>
          <a:p>
            <a:pPr>
              <a:buNone/>
            </a:pPr>
            <a:r>
              <a:rPr lang="en-US" sz="3200" dirty="0"/>
              <a:t>Now, let me explain the problem and our proposed solution.</a:t>
            </a:r>
          </a:p>
        </p:txBody>
      </p:sp>
      <p:sp>
        <p:nvSpPr>
          <p:cNvPr id="4" name="TextBox 3">
            <a:extLst>
              <a:ext uri="{FF2B5EF4-FFF2-40B4-BE49-F238E27FC236}">
                <a16:creationId xmlns:a16="http://schemas.microsoft.com/office/drawing/2014/main" id="{6459806F-91AA-BE33-C433-38096ED9C122}"/>
              </a:ext>
            </a:extLst>
          </p:cNvPr>
          <p:cNvSpPr txBox="1"/>
          <p:nvPr/>
        </p:nvSpPr>
        <p:spPr>
          <a:xfrm>
            <a:off x="487680" y="792480"/>
            <a:ext cx="7833619" cy="1200329"/>
          </a:xfrm>
          <a:prstGeom prst="rect">
            <a:avLst/>
          </a:prstGeom>
          <a:noFill/>
        </p:spPr>
        <p:txBody>
          <a:bodyPr wrap="none" rtlCol="0">
            <a:spAutoFit/>
          </a:bodyPr>
          <a:lstStyle/>
          <a:p>
            <a:pPr marL="685800" indent="-685800">
              <a:buFont typeface="Arial" panose="020B0604020202020204" pitchFamily="34" charset="0"/>
              <a:buChar char="•"/>
            </a:pPr>
            <a:r>
              <a:rPr lang="en-US" sz="5400" b="1" dirty="0"/>
              <a:t>Vehicle Service Booking</a:t>
            </a:r>
            <a:r>
              <a:rPr lang="en-US" sz="5400" dirty="0"/>
              <a: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331916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731520"/>
          </a:xfrm>
          <a:prstGeom prst="rect">
            <a:avLst/>
          </a:prstGeom>
          <a:noFill/>
        </p:spPr>
        <p:txBody>
          <a:bodyPr wrap="none">
            <a:spAutoFit/>
          </a:bodyPr>
          <a:lstStyle/>
          <a:p>
            <a:pPr>
              <a:defRPr sz="3000" b="1">
                <a:solidFill>
                  <a:srgbClr val="000000"/>
                </a:solidFill>
                <a:latin typeface="Arial"/>
              </a:defRPr>
            </a:pPr>
            <a:r>
              <a:rPr dirty="0"/>
              <a:t>Problem Statement</a:t>
            </a:r>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72468"/>
            <a:ext cx="11122702" cy="5509200"/>
          </a:xfrm>
          <a:prstGeom prst="rect">
            <a:avLst/>
          </a:prstGeom>
          <a:noFill/>
        </p:spPr>
        <p:txBody>
          <a:bodyPr wrap="square">
            <a:spAutoFit/>
          </a:bodyPr>
          <a:lstStyle/>
          <a:p>
            <a:r>
              <a:rPr lang="en-US" sz="3200" dirty="0"/>
              <a:t>Currently, many people face problems when servicing their vehicles.</a:t>
            </a:r>
          </a:p>
          <a:p>
            <a:r>
              <a:rPr lang="en-US" sz="3200" dirty="0"/>
              <a:t>First, customers may need to visit a service center or call multiple times to book an appointment. Second, they may have to wait in long queues. Third, they may not know whether the service center is available on their preferred date and time.</a:t>
            </a:r>
          </a:p>
          <a:p>
            <a:r>
              <a:rPr lang="en-US" sz="3200" dirty="0"/>
              <a:t>Manual booking can also create confusion in appointment management and customer records.</a:t>
            </a:r>
          </a:p>
          <a:p>
            <a:r>
              <a:rPr lang="en-US" sz="3200" dirty="0"/>
              <a:t>Therefore, we need a simple digital system that makes vehicle service booking easier and more organized.</a:t>
            </a:r>
          </a:p>
          <a:p>
            <a:pPr>
              <a:spcAft>
                <a:spcPts val="1800"/>
              </a:spcAft>
              <a:defRPr sz="2200">
                <a:solidFill>
                  <a:srgbClr val="000000"/>
                </a:solidFill>
                <a:latin typeface="Arial"/>
              </a:defRPr>
            </a:pPr>
            <a:endParaRPr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731520"/>
          </a:xfrm>
          <a:prstGeom prst="rect">
            <a:avLst/>
          </a:prstGeom>
          <a:noFill/>
        </p:spPr>
        <p:txBody>
          <a:bodyPr wrap="none">
            <a:spAutoFit/>
          </a:bodyPr>
          <a:lstStyle/>
          <a:p>
            <a:pPr>
              <a:defRPr sz="3000" b="1">
                <a:solidFill>
                  <a:srgbClr val="000000"/>
                </a:solidFill>
                <a:latin typeface="Arial"/>
              </a:defRPr>
            </a:pPr>
            <a:r>
              <a:t>Objectives</a:t>
            </a:r>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10241280" cy="5509200"/>
          </a:xfrm>
          <a:prstGeom prst="rect">
            <a:avLst/>
          </a:prstGeom>
          <a:noFill/>
        </p:spPr>
        <p:txBody>
          <a:bodyPr wrap="square">
            <a:spAutoFit/>
          </a:bodyPr>
          <a:lstStyle/>
          <a:p>
            <a:r>
              <a:rPr lang="en-US" sz="3200" dirty="0"/>
              <a:t>The main objectives of our project are:</a:t>
            </a:r>
          </a:p>
          <a:p>
            <a:r>
              <a:rPr lang="en-US" sz="3200" dirty="0"/>
              <a:t>First, to make vehicle service booking simple and convenient.</a:t>
            </a:r>
          </a:p>
          <a:p>
            <a:r>
              <a:rPr lang="en-US" sz="3200" dirty="0"/>
              <a:t>Second, to reduce the time customers spend booking appointments and waiting at service centers.</a:t>
            </a:r>
          </a:p>
          <a:p>
            <a:r>
              <a:rPr lang="en-US" sz="3200" dirty="0"/>
              <a:t>Third, to maintain booking details in an organized manner.</a:t>
            </a:r>
          </a:p>
          <a:p>
            <a:r>
              <a:rPr lang="en-US" sz="3200" dirty="0"/>
              <a:t>Fourth, to help service centers manage appointments and provide better customer service.</a:t>
            </a:r>
          </a:p>
          <a:p>
            <a:r>
              <a:rPr lang="en-US" sz="3200" dirty="0"/>
              <a:t>Overall, our objective is to connect customers and vehicle service centers through a convenient digital platform.</a:t>
            </a:r>
          </a:p>
          <a:p>
            <a:pPr>
              <a:spcAft>
                <a:spcPts val="1800"/>
              </a:spcAft>
              <a:defRPr sz="2200">
                <a:solidFill>
                  <a:srgbClr val="000000"/>
                </a:solidFill>
                <a:latin typeface="Arial"/>
              </a:defRPr>
            </a:pPr>
            <a:endParaRPr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731520"/>
          </a:xfrm>
          <a:prstGeom prst="rect">
            <a:avLst/>
          </a:prstGeom>
          <a:noFill/>
        </p:spPr>
        <p:txBody>
          <a:bodyPr wrap="none">
            <a:spAutoFit/>
          </a:bodyPr>
          <a:lstStyle/>
          <a:p>
            <a:pPr>
              <a:defRPr sz="3000" b="1">
                <a:solidFill>
                  <a:srgbClr val="000000"/>
                </a:solidFill>
                <a:latin typeface="Arial"/>
              </a:defRPr>
            </a:pPr>
            <a:r>
              <a:t>Proposed Solution</a:t>
            </a:r>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10698480" cy="5509200"/>
          </a:xfrm>
          <a:prstGeom prst="rect">
            <a:avLst/>
          </a:prstGeom>
          <a:noFill/>
        </p:spPr>
        <p:txBody>
          <a:bodyPr wrap="square">
            <a:spAutoFit/>
          </a:bodyPr>
          <a:lstStyle/>
          <a:p>
            <a:r>
              <a:rPr lang="en-US" sz="3200" dirty="0"/>
              <a:t>To solve these problems, we propose a Vehicle Service Booking System.</a:t>
            </a:r>
          </a:p>
          <a:p>
            <a:r>
              <a:rPr lang="en-US" sz="3200" dirty="0"/>
              <a:t>This system allows customers to book vehicle servicing online. They can enter their vehicle details, select the required service, choose an available date and time, and submit their booking.</a:t>
            </a:r>
          </a:p>
          <a:p>
            <a:r>
              <a:rPr lang="en-US" sz="3200" dirty="0"/>
              <a:t>The service center can view appointments and organize its work more efficiently.</a:t>
            </a:r>
          </a:p>
          <a:p>
            <a:r>
              <a:rPr lang="en-US" sz="3200" dirty="0"/>
              <a:t>Our proposed solution reduces unnecessary visits, improves convenience, and helps manage service appointments in an organized way.</a:t>
            </a:r>
          </a:p>
          <a:p>
            <a:pPr>
              <a:spcAft>
                <a:spcPts val="1800"/>
              </a:spcAft>
              <a:defRPr sz="2200">
                <a:solidFill>
                  <a:srgbClr val="000000"/>
                </a:solidFill>
                <a:latin typeface="Arial"/>
              </a:defRPr>
            </a:pPr>
            <a:endParaRPr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731520"/>
          </a:xfrm>
          <a:prstGeom prst="rect">
            <a:avLst/>
          </a:prstGeom>
          <a:noFill/>
        </p:spPr>
        <p:txBody>
          <a:bodyPr wrap="none">
            <a:spAutoFit/>
          </a:bodyPr>
          <a:lstStyle/>
          <a:p>
            <a:pPr>
              <a:defRPr sz="3000" b="1">
                <a:solidFill>
                  <a:srgbClr val="000000"/>
                </a:solidFill>
                <a:latin typeface="Arial"/>
              </a:defRPr>
            </a:pPr>
            <a:r>
              <a:t>Main Features</a:t>
            </a:r>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11277600" cy="4893647"/>
          </a:xfrm>
          <a:prstGeom prst="rect">
            <a:avLst/>
          </a:prstGeom>
          <a:noFill/>
        </p:spPr>
        <p:txBody>
          <a:bodyPr wrap="square">
            <a:spAutoFit/>
          </a:bodyPr>
          <a:lstStyle/>
          <a:p>
            <a:r>
              <a:rPr lang="en-US" sz="2400" dirty="0"/>
              <a:t>Our Vehicle Service Booking System includes several important features.</a:t>
            </a:r>
          </a:p>
          <a:p>
            <a:r>
              <a:rPr lang="en-US" sz="2400" b="1" dirty="0"/>
              <a:t>Customer registration:</a:t>
            </a:r>
            <a:r>
              <a:rPr lang="en-US" sz="2400" dirty="0"/>
              <a:t> Customers can create an account and provide their basic details.</a:t>
            </a:r>
          </a:p>
          <a:p>
            <a:r>
              <a:rPr lang="en-US" sz="2400" b="1" dirty="0"/>
              <a:t>Vehicle details:</a:t>
            </a:r>
            <a:r>
              <a:rPr lang="en-US" sz="2400" dirty="0"/>
              <a:t> Customers can enter information such as the vehicle number, model, and vehicle type.</a:t>
            </a:r>
          </a:p>
          <a:p>
            <a:r>
              <a:rPr lang="en-US" sz="2400" b="1" dirty="0"/>
              <a:t>Service selection:</a:t>
            </a:r>
            <a:r>
              <a:rPr lang="en-US" sz="2400" dirty="0"/>
              <a:t> Customers can select services such as oil changes, general servicing, engine checks, and repairs.</a:t>
            </a:r>
          </a:p>
          <a:p>
            <a:r>
              <a:rPr lang="en-US" sz="2400" b="1" dirty="0"/>
              <a:t>Appointment booking:</a:t>
            </a:r>
            <a:r>
              <a:rPr lang="en-US" sz="2400" dirty="0"/>
              <a:t> Customers can choose a suitable date and time for servicing.</a:t>
            </a:r>
          </a:p>
          <a:p>
            <a:r>
              <a:rPr lang="en-US" sz="2400" b="1" dirty="0"/>
              <a:t>Booking management:</a:t>
            </a:r>
            <a:r>
              <a:rPr lang="en-US" sz="2400" dirty="0"/>
              <a:t> Service center staff can view and manage customer appointments.</a:t>
            </a:r>
          </a:p>
          <a:p>
            <a:r>
              <a:rPr lang="en-US" sz="2400" b="1" dirty="0"/>
              <a:t>Booking status:</a:t>
            </a:r>
            <a:r>
              <a:rPr lang="en-US" sz="2400" dirty="0"/>
              <a:t> Customers can check whether their appointment is pending, confirmed, or completed, if this feature is implemented.</a:t>
            </a:r>
          </a:p>
          <a:p>
            <a:r>
              <a:rPr lang="en-US" sz="2400" dirty="0"/>
              <a:t>These features make the booking process more organized and user-friendly.</a:t>
            </a:r>
          </a:p>
          <a:p>
            <a:pPr>
              <a:spcAft>
                <a:spcPts val="1800"/>
              </a:spcAft>
              <a:defRPr sz="2000">
                <a:solidFill>
                  <a:srgbClr val="000000"/>
                </a:solidFill>
                <a:latin typeface="Arial"/>
              </a:defRPr>
            </a:pP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731520"/>
          </a:xfrm>
          <a:prstGeom prst="rect">
            <a:avLst/>
          </a:prstGeom>
          <a:noFill/>
        </p:spPr>
        <p:txBody>
          <a:bodyPr wrap="none">
            <a:spAutoFit/>
          </a:bodyPr>
          <a:lstStyle/>
          <a:p>
            <a:pPr>
              <a:defRPr sz="3000" b="1">
                <a:solidFill>
                  <a:srgbClr val="000000"/>
                </a:solidFill>
                <a:latin typeface="Arial"/>
              </a:defRPr>
            </a:pPr>
            <a:r>
              <a:t>Working Process</a:t>
            </a:r>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42488"/>
            <a:ext cx="11277600" cy="5693866"/>
          </a:xfrm>
          <a:prstGeom prst="rect">
            <a:avLst/>
          </a:prstGeom>
          <a:noFill/>
        </p:spPr>
        <p:txBody>
          <a:bodyPr wrap="square">
            <a:spAutoFit/>
          </a:bodyPr>
          <a:lstStyle/>
          <a:p>
            <a:r>
              <a:rPr lang="en-US" sz="2800" dirty="0"/>
              <a:t>Now, let us understand how our system works.</a:t>
            </a:r>
          </a:p>
          <a:p>
            <a:r>
              <a:rPr lang="en-US" sz="2800" dirty="0"/>
              <a:t>First, the customer opens the website.</a:t>
            </a:r>
          </a:p>
          <a:p>
            <a:r>
              <a:rPr lang="en-US" sz="2800" dirty="0"/>
              <a:t>Second, the customer registers or logs in, if authentication is provided.</a:t>
            </a:r>
          </a:p>
          <a:p>
            <a:r>
              <a:rPr lang="en-US" sz="2800" dirty="0"/>
              <a:t>Third, the customer enters the vehicle details.</a:t>
            </a:r>
          </a:p>
          <a:p>
            <a:r>
              <a:rPr lang="en-US" sz="2800" dirty="0"/>
              <a:t>Fourth, the customer selects the required service.</a:t>
            </a:r>
          </a:p>
          <a:p>
            <a:r>
              <a:rPr lang="en-US" sz="2800" dirty="0"/>
              <a:t>Fifth, the customer chooses an available date and time.</a:t>
            </a:r>
          </a:p>
          <a:p>
            <a:r>
              <a:rPr lang="en-US" sz="2800" dirty="0"/>
              <a:t>Sixth, the system records the booking and displays a confirmation or booking status.</a:t>
            </a:r>
          </a:p>
          <a:p>
            <a:r>
              <a:rPr lang="en-US" sz="2800" dirty="0"/>
              <a:t>Finally, the service center checks the booking and prepares to provide the service.</a:t>
            </a:r>
          </a:p>
          <a:p>
            <a:r>
              <a:rPr lang="en-US" sz="2800" dirty="0"/>
              <a:t>In this way, the complete booking process becomes simpler and more organized.</a:t>
            </a:r>
          </a:p>
          <a:p>
            <a:pPr>
              <a:spcAft>
                <a:spcPts val="1800"/>
              </a:spcAft>
              <a:defRPr sz="2000">
                <a:solidFill>
                  <a:srgbClr val="000000"/>
                </a:solidFill>
                <a:latin typeface="Arial"/>
              </a:defRPr>
            </a:pPr>
            <a:endParaRPr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731520"/>
          </a:xfrm>
          <a:prstGeom prst="rect">
            <a:avLst/>
          </a:prstGeom>
          <a:noFill/>
        </p:spPr>
        <p:txBody>
          <a:bodyPr wrap="none">
            <a:spAutoFit/>
          </a:bodyPr>
          <a:lstStyle/>
          <a:p>
            <a:pPr>
              <a:defRPr sz="3000" b="1">
                <a:solidFill>
                  <a:srgbClr val="000000"/>
                </a:solidFill>
                <a:latin typeface="Arial"/>
              </a:defRPr>
            </a:pPr>
            <a:r>
              <a:t>Technology Stack</a:t>
            </a:r>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89498"/>
            <a:ext cx="11277600" cy="5693866"/>
          </a:xfrm>
          <a:prstGeom prst="rect">
            <a:avLst/>
          </a:prstGeom>
          <a:noFill/>
        </p:spPr>
        <p:txBody>
          <a:bodyPr wrap="square">
            <a:spAutoFit/>
          </a:bodyPr>
          <a:lstStyle/>
          <a:p>
            <a:r>
              <a:rPr lang="en-US" sz="2800" dirty="0"/>
              <a:t>Our project can be developed using web technologies.</a:t>
            </a:r>
          </a:p>
          <a:p>
            <a:r>
              <a:rPr lang="en-US" sz="2800" b="1" dirty="0"/>
              <a:t>HTML</a:t>
            </a:r>
            <a:r>
              <a:rPr lang="en-US" sz="2800" dirty="0"/>
              <a:t> is used to structure the web pages.</a:t>
            </a:r>
          </a:p>
          <a:p>
            <a:r>
              <a:rPr lang="en-US" sz="2800" b="1" dirty="0"/>
              <a:t>CSS</a:t>
            </a:r>
            <a:r>
              <a:rPr lang="en-US" sz="2800" dirty="0"/>
              <a:t> is used to design the layout, colors, and appearance.</a:t>
            </a:r>
          </a:p>
          <a:p>
            <a:r>
              <a:rPr lang="en-US" sz="2800" b="1" dirty="0"/>
              <a:t>JavaScript</a:t>
            </a:r>
            <a:r>
              <a:rPr lang="en-US" sz="2800" dirty="0"/>
              <a:t> is used to implement interactive features and booking logic.</a:t>
            </a:r>
          </a:p>
          <a:p>
            <a:r>
              <a:rPr lang="en-US" sz="2800" b="1" dirty="0"/>
              <a:t>React.js</a:t>
            </a:r>
            <a:r>
              <a:rPr lang="en-US" sz="2800" dirty="0"/>
              <a:t> can be used to create a dynamic user interface.</a:t>
            </a:r>
          </a:p>
          <a:p>
            <a:r>
              <a:rPr lang="en-US" sz="2800" b="1" dirty="0"/>
              <a:t>Node.js and Express.js</a:t>
            </a:r>
            <a:r>
              <a:rPr lang="en-US" sz="2800" dirty="0"/>
              <a:t> can be used to handle server-side requests and booking operations.</a:t>
            </a:r>
          </a:p>
          <a:p>
            <a:r>
              <a:rPr lang="en-US" sz="2800" b="1" dirty="0"/>
              <a:t>MongoDB</a:t>
            </a:r>
            <a:r>
              <a:rPr lang="en-US" sz="2800" dirty="0"/>
              <a:t> can be used to store customer information, vehicle details, and appointment records.</a:t>
            </a:r>
          </a:p>
          <a:p>
            <a:r>
              <a:rPr lang="en-US" sz="2800" dirty="0"/>
              <a:t>These technologies work together to create a complete web-based vehicle service booking application.</a:t>
            </a:r>
          </a:p>
          <a:p>
            <a:r>
              <a:rPr lang="en-US" sz="2800" dirty="0"/>
              <a:t>The exact technologies depend on our project's implementation.</a:t>
            </a:r>
          </a:p>
          <a:p>
            <a:pPr>
              <a:spcAft>
                <a:spcPts val="1800"/>
              </a:spcAft>
              <a:defRPr sz="2000">
                <a:solidFill>
                  <a:srgbClr val="000000"/>
                </a:solidFill>
                <a:latin typeface="Arial"/>
              </a:defRPr>
            </a:pPr>
            <a:endParaRPr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2281394" cy="553998"/>
          </a:xfrm>
          <a:prstGeom prst="rect">
            <a:avLst/>
          </a:prstGeom>
          <a:noFill/>
        </p:spPr>
        <p:txBody>
          <a:bodyPr wrap="none">
            <a:spAutoFit/>
          </a:bodyPr>
          <a:lstStyle/>
          <a:p>
            <a:pPr>
              <a:defRPr sz="3000" b="1">
                <a:solidFill>
                  <a:srgbClr val="000000"/>
                </a:solidFill>
                <a:latin typeface="Arial"/>
              </a:defRPr>
            </a:pPr>
            <a:r>
              <a:rPr dirty="0"/>
              <a:t>Conclusio</a:t>
            </a:r>
            <a:r>
              <a:rPr lang="en-US" dirty="0"/>
              <a:t>n</a:t>
            </a:r>
            <a:endParaRPr dirty="0"/>
          </a:p>
        </p:txBody>
      </p:sp>
      <p:sp>
        <p:nvSpPr>
          <p:cNvPr id="3" name="Rectangle 2"/>
          <p:cNvSpPr/>
          <p:nvPr/>
        </p:nvSpPr>
        <p:spPr>
          <a:xfrm>
            <a:off x="731520" y="1325880"/>
            <a:ext cx="10698480" cy="13716"/>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11277600" cy="4401205"/>
          </a:xfrm>
          <a:prstGeom prst="rect">
            <a:avLst/>
          </a:prstGeom>
          <a:noFill/>
        </p:spPr>
        <p:txBody>
          <a:bodyPr wrap="square">
            <a:spAutoFit/>
          </a:bodyPr>
          <a:lstStyle/>
          <a:p>
            <a:r>
              <a:rPr lang="en-US" sz="2800" dirty="0"/>
              <a:t>To conclude, the Vehicle Service Booking System is a useful digital solution for making vehicle servicing easier and more organized.</a:t>
            </a:r>
          </a:p>
          <a:p>
            <a:r>
              <a:rPr lang="en-US" sz="2800" dirty="0"/>
              <a:t>It provides a convenient way for customers to request service appointments and helps service centers manage their schedules efficiently.</a:t>
            </a:r>
          </a:p>
          <a:p>
            <a:r>
              <a:rPr lang="en-US" sz="2800" dirty="0"/>
              <a:t>This project demonstrates how technology can solve a common real-world problem.</a:t>
            </a:r>
          </a:p>
          <a:p>
            <a:r>
              <a:rPr lang="en-US" sz="2800" dirty="0"/>
              <a:t>As a hackathon project, it can be further developed into a complete application with additional features and real-time booking management.</a:t>
            </a:r>
          </a:p>
          <a:p>
            <a:r>
              <a:rPr lang="en-US" sz="2800" dirty="0"/>
              <a:t>Thank you for giving me this opportunity to present our project.</a:t>
            </a:r>
          </a:p>
          <a:p>
            <a:pPr>
              <a:spcAft>
                <a:spcPts val="1800"/>
              </a:spcAft>
              <a:defRPr sz="2200">
                <a:solidFill>
                  <a:srgbClr val="000000"/>
                </a:solidFill>
                <a:latin typeface="Arial"/>
              </a:defRPr>
            </a:pPr>
            <a:endParaRPr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BFE6D-853C-6911-ACF6-0CA316FECB3A}"/>
              </a:ext>
            </a:extLst>
          </p:cNvPr>
          <p:cNvSpPr txBox="1"/>
          <p:nvPr/>
        </p:nvSpPr>
        <p:spPr>
          <a:xfrm>
            <a:off x="-150223" y="1843950"/>
            <a:ext cx="12804340" cy="3170099"/>
          </a:xfrm>
          <a:prstGeom prst="rect">
            <a:avLst/>
          </a:prstGeom>
          <a:noFill/>
        </p:spPr>
        <p:txBody>
          <a:bodyPr wrap="square" rtlCol="0">
            <a:spAutoFit/>
          </a:bodyPr>
          <a:lstStyle/>
          <a:p>
            <a:r>
              <a:rPr lang="en-US" sz="20000" dirty="0"/>
              <a:t>THANK YOU</a:t>
            </a:r>
          </a:p>
        </p:txBody>
      </p:sp>
    </p:spTree>
    <p:extLst>
      <p:ext uri="{BB962C8B-B14F-4D97-AF65-F5344CB8AC3E}">
        <p14:creationId xmlns:p14="http://schemas.microsoft.com/office/powerpoint/2010/main" val="4266466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673</TotalTime>
  <Words>809</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Thoyajakshi thota</cp:lastModifiedBy>
  <cp:revision>2</cp:revision>
  <dcterms:created xsi:type="dcterms:W3CDTF">2013-01-27T09:14:16Z</dcterms:created>
  <dcterms:modified xsi:type="dcterms:W3CDTF">2026-10-10T04:59:55Z</dcterms:modified>
  <cp:category/>
</cp:coreProperties>
</file>